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C4781-5D8E-6FFA-88E9-3D2799A0D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131F0F-B140-A8B5-C3C8-9D4F43ABA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04C642-9DCF-D459-C692-D4E13D80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5029DA-1421-1E6A-F11C-E0ACF08A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9985BB-21A6-DE21-E6D0-11E45B43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764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A197A-CC4F-4768-FE80-BE4F7F3E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5A1262-05CA-6A46-532F-CB2E0101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BE169D-B2DB-DD83-6757-9939C066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84AA2E-CDAE-8270-AF3C-FF077514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8B8AD-088D-F67C-D6AB-38DE7267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012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0559C-6871-D3FA-4335-D209DE81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DD69FF-5A8F-836B-BBA2-7FD875918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DD5693-D281-3193-F70C-B35BA8EB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B98B26-ED24-BE7C-CBF6-10842D4A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50B7BC-D438-91B1-771D-5E6878F2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9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3278-A2E5-0DB2-E95E-AE5718FF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A8FFE0-7D78-B2BB-C18F-95326CF6E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ABE65D-7AB4-F75E-7CEE-AF11EE2BF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8B988B-91A9-BC49-40B0-20E7E2E8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C69614-9380-595E-A88C-98323395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BC2FCE-7BC9-835E-841F-965D9218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887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550A6-1F1C-0B82-7B3D-3F0D60C4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01AA2F-66E0-24CA-B8D2-640BF0A97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041EDA-8C28-27A0-620D-341CA49AE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C2249B-2DC5-C630-058A-1BA8C4A6D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78E6FBC-28F1-B667-4B04-80323AEB2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27F16A-2894-A561-6852-21ECBF0D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16DA5B-14A6-8871-7AA6-D2477447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CF4C9A-9AC0-C368-D56D-714180E8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310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0024A-CCA9-FEBF-07A7-CE114F92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60B310-0E11-76FA-52C8-583705BF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C2B6DC-5484-D934-8262-E3D30C58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6B0E8-F1A7-0807-DDFF-6483893C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28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F05E7C-DCFE-33FF-A6CC-DA790D3D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CB8BCA-FB61-BA82-380C-7343DA3A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7E0BB7-4F43-9127-33D3-86B0413F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207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571C7-6A12-035C-1208-421DE9F4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2190DF-ECED-DD6D-E66A-4910BFDEF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0694C-33BA-DDA5-E7E8-DE9B7066F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A07210-68B5-BBC8-4156-B2FEAA97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7F4508-4042-59FD-1EC7-4AF66190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FBE5A1-BFE1-1BE2-0A4C-0BBE90BB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137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AF8DA-862F-E729-7512-C0AED2C3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FB87C49-2AAC-2F49-F71B-B33A761A9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F4ED82-4542-7640-B271-5214D3EE3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633B72-841C-40DA-2AFF-E02C47DE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01FE6C-D775-FC62-5F8A-56EEA325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48081C-B4DD-E243-94DF-D84D2A27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97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371A7-84B8-11C5-624B-476520F9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C084C7-1C6E-D27C-666D-44F9FD2A0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65B49B-D285-CEE9-B66B-1D4BF041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6DD1A1-09B5-E1C5-6139-F2E5A27E9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930F71-E2EB-101B-CFF3-50E59224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098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9DBFC7-0EAE-A7F3-6339-9BC5264B3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4EED54-14D2-364C-D69B-86C1F65EF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D2E0E0-4927-44EF-DF34-A819E67AE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217734-D1D2-2DC7-EDB7-18A8FBE3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FA2CA9-18F0-1E63-7D2D-3A81A39F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08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F32E20-0E13-95EC-6D9A-29AAC169B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CCFE4B-7131-3C50-A5BB-68B6DEAA6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DC9DB9-B939-3E43-1127-4069B17FF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20D5C-ABEC-40E7-AD8C-B4656E60BB6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4CDB1-BE95-F04D-13B1-72FCC8CFD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170201-B10A-4919-D8F1-48AFF27AE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57164-5BBB-49D5-A486-913FA2E240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79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4AA89-014A-06F0-3696-967D6D93B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9F289F-5987-816D-F9FB-FA9864850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magen en blanco y negro de una persona con un teclado&#10;&#10;El contenido generado por IA puede ser incorrecto.">
            <a:extLst>
              <a:ext uri="{FF2B5EF4-FFF2-40B4-BE49-F238E27FC236}">
                <a16:creationId xmlns:a16="http://schemas.microsoft.com/office/drawing/2014/main" id="{E7D654D9-5756-DE1B-B8CD-18F3A4C75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91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alumnofp</dc:creator>
  <cp:lastModifiedBy>alumnofp</cp:lastModifiedBy>
  <cp:revision>1</cp:revision>
  <dcterms:created xsi:type="dcterms:W3CDTF">2025-10-20T07:19:27Z</dcterms:created>
  <dcterms:modified xsi:type="dcterms:W3CDTF">2025-10-20T07:19:38Z</dcterms:modified>
</cp:coreProperties>
</file>